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FORGE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AI Agent Operating System</a:t>
            </a:r>
          </a:p>
          <a:p>
            <a:r>
              <a:t>Safe • Scalable • Stateful AI for Enterprises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Enterprise AI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agents lack operational safety</a:t>
            </a:r>
          </a:p>
          <a:p>
            <a:r>
              <a:t>- Context is lost across sessions</a:t>
            </a:r>
          </a:p>
          <a:p>
            <a:r>
              <a:t>- Fragmented tools &amp; auth systems</a:t>
            </a:r>
          </a:p>
          <a:p>
            <a:r>
              <a:t>- High risk of production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Enterprises don’t need more AI tools</a:t>
            </a:r>
          </a:p>
          <a:p>
            <a:r>
              <a:t>They need an AI Operating System with:</a:t>
            </a:r>
          </a:p>
          <a:p>
            <a:r>
              <a:t>- Safety enforcement</a:t>
            </a:r>
          </a:p>
          <a:p>
            <a:r>
              <a:t>- Persistent memory</a:t>
            </a:r>
          </a:p>
          <a:p>
            <a:r>
              <a:t>- Reusable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FORGE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Unified AI Agent OS</a:t>
            </a:r>
          </a:p>
          <a:p>
            <a:r>
              <a:t>- Skills-based execution model</a:t>
            </a:r>
          </a:p>
          <a:p>
            <a:r>
              <a:t>- Built-in guardrails &amp; policies</a:t>
            </a:r>
          </a:p>
          <a:p>
            <a:r>
              <a:t>- Persistent organizational 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Skill Runtime Layer</a:t>
            </a:r>
          </a:p>
          <a:p>
            <a:r>
              <a:t>- Policy &amp; Safety Engine</a:t>
            </a:r>
          </a:p>
          <a:p>
            <a:r>
              <a:t>- Memory &amp; Context Layer</a:t>
            </a:r>
          </a:p>
          <a:p>
            <a:r>
              <a:t>- Multi-Model Agent Engine</a:t>
            </a:r>
          </a:p>
          <a:p>
            <a:r>
              <a:t>- API Wrapper Abstraction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Marketplace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Prebuilt enterprise skills (AWS, K8s, CI/CD)</a:t>
            </a:r>
          </a:p>
          <a:p>
            <a:r>
              <a:t>- Custom skill creation</a:t>
            </a:r>
          </a:p>
          <a:p>
            <a:r>
              <a:t>- Shareable &amp; versioned skills</a:t>
            </a:r>
          </a:p>
          <a:p>
            <a:r>
              <a:t>- Domain expert knowledge capture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Safety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Permission-based execution</a:t>
            </a:r>
          </a:p>
          <a:p>
            <a:r>
              <a:t>- Deny-list for destructive actions</a:t>
            </a:r>
          </a:p>
          <a:p>
            <a:r>
              <a:t>- Approval gates for critical ops</a:t>
            </a:r>
          </a:p>
          <a:p>
            <a:r>
              <a:t>- Full audit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 MTTR by 40–60%</a:t>
            </a:r>
          </a:p>
          <a:p>
            <a:r>
              <a:t>- Faster onboarding (days vs weeks)</a:t>
            </a:r>
          </a:p>
          <a:p>
            <a:r>
              <a:t>- Fewer production incidents</a:t>
            </a:r>
          </a:p>
          <a:p>
            <a:r>
              <a:t>- Institutional knowledge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DevOps &amp; SRE teams</a:t>
            </a:r>
          </a:p>
          <a:p>
            <a:r>
              <a:t>- Enterprise AI adoption</a:t>
            </a:r>
          </a:p>
          <a:p>
            <a:r>
              <a:t>- Multi-cloud operations</a:t>
            </a:r>
          </a:p>
          <a:p>
            <a:r>
              <a:t>- Compliance-driven industries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Self-hosted: $50K–$200K/year</a:t>
            </a:r>
          </a:p>
          <a:p>
            <a:r>
              <a:t>Managed platform: $500K–$2M/year</a:t>
            </a:r>
          </a:p>
          <a:p>
            <a:r>
              <a:t>Skills marketplace: $5K–$100K per skill</a:t>
            </a:r>
          </a:p>
          <a:p>
            <a:r>
              <a:t>Services: $50K–$500K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10–15 pilot customers</a:t>
            </a:r>
          </a:p>
          <a:p>
            <a:r>
              <a:t>Phase 2: Skill marketplace launch</a:t>
            </a:r>
          </a:p>
          <a:p>
            <a:r>
              <a:t>Phase 3: Enterprise scale + compliance (SOC2, GDPR)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FORGE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Not a chatbot — an AI operating system</a:t>
            </a:r>
          </a:p>
          <a:p>
            <a:r>
              <a:t>- Not prompts — enforced execution</a:t>
            </a:r>
          </a:p>
          <a:p>
            <a:r>
              <a:t>- Not stateless — persistent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